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400" b="0" u="none" strike="noStrike">
                <a:solidFill>
                  <a:srgbClr val="B9000C"/>
                </a:solidFill>
                <a:effectLst/>
                <a:uFillTx/>
                <a:latin typeface="Tahoma"/>
              </a:rPr>
              <a:t>Click to move the slide</a:t>
            </a: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0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08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9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0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A5ECBF6-5039-40E3-8E01-7EADD7F137A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chemeClr val="dk1"/>
                </a:solidFill>
                <a:effectLst/>
                <a:uFillTx/>
                <a:latin typeface="Century Gothic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7F63AC-FA8E-4533-B096-304E7DCEF39E}" type="slidenum">
              <a:rPr lang="cs-CZ" sz="1200" b="0" u="none" strike="noStrike">
                <a:solidFill>
                  <a:schemeClr val="dk1"/>
                </a:solidFill>
                <a:effectLst/>
                <a:uFillTx/>
                <a:latin typeface="Century Gothic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21F6F4-441C-4CD2-A007-8ADC06CD80B7}" type="slidenum">
              <a:rPr lang="cs-CZ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kupina 2"/>
          <p:cNvGrpSpPr/>
          <p:nvPr/>
        </p:nvGrpSpPr>
        <p:grpSpPr>
          <a:xfrm>
            <a:off x="0" y="0"/>
            <a:ext cx="12191760" cy="547200"/>
            <a:chOff x="0" y="0"/>
            <a:chExt cx="12191760" cy="547200"/>
          </a:xfrm>
        </p:grpSpPr>
        <p:sp>
          <p:nvSpPr>
            <p:cNvPr id="3" name="Rectangle 11"/>
            <p:cNvSpPr/>
            <p:nvPr/>
          </p:nvSpPr>
          <p:spPr>
            <a:xfrm>
              <a:off x="0" y="0"/>
              <a:ext cx="12191760" cy="51228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4" name="Rectangle 34"/>
            <p:cNvSpPr/>
            <p:nvPr/>
          </p:nvSpPr>
          <p:spPr>
            <a:xfrm>
              <a:off x="0" y="512640"/>
              <a:ext cx="12191760" cy="3456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-10080" rIns="90000" bIns="-1008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5" name="Rectangle 14" hidden="1"/>
          <p:cNvSpPr/>
          <p:nvPr/>
        </p:nvSpPr>
        <p:spPr>
          <a:xfrm>
            <a:off x="288000" y="115920"/>
            <a:ext cx="63000" cy="288720"/>
          </a:xfrm>
          <a:prstGeom prst="rect">
            <a:avLst/>
          </a:prstGeom>
          <a:solidFill>
            <a:srgbClr val="FE000C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" name="Rectangle 14" hidden="1"/>
          <p:cNvSpPr/>
          <p:nvPr/>
        </p:nvSpPr>
        <p:spPr>
          <a:xfrm>
            <a:off x="10777320" y="116640"/>
            <a:ext cx="63000" cy="288720"/>
          </a:xfrm>
          <a:prstGeom prst="rect">
            <a:avLst/>
          </a:prstGeom>
          <a:solidFill>
            <a:srgbClr val="00A9E0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7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968480" y="53280"/>
            <a:ext cx="1095480" cy="43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Obrázek 12"/>
          <p:cNvPicPr/>
          <p:nvPr/>
        </p:nvPicPr>
        <p:blipFill>
          <a:blip r:embed="rId3"/>
          <a:stretch>
            <a:fillRect/>
          </a:stretch>
        </p:blipFill>
        <p:spPr>
          <a:xfrm>
            <a:off x="7817760" y="5157360"/>
            <a:ext cx="4182480" cy="86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Rectangle 12"/>
          <p:cNvSpPr/>
          <p:nvPr/>
        </p:nvSpPr>
        <p:spPr>
          <a:xfrm>
            <a:off x="10824840" y="6531120"/>
            <a:ext cx="65160" cy="28692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480"/>
              </a:spcBef>
            </a:pPr>
            <a:endParaRPr lang="cs-CZ" sz="2400" b="1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  <p:sp>
        <p:nvSpPr>
          <p:cNvPr id="10" name="Rectangle 20"/>
          <p:cNvSpPr/>
          <p:nvPr/>
        </p:nvSpPr>
        <p:spPr>
          <a:xfrm>
            <a:off x="-6120" y="-26640"/>
            <a:ext cx="12197880" cy="3598560"/>
          </a:xfrm>
          <a:prstGeom prst="rect">
            <a:avLst/>
          </a:prstGeom>
          <a:solidFill>
            <a:srgbClr val="00A9E0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480"/>
              </a:spcBef>
            </a:pPr>
            <a:endParaRPr lang="cs-CZ" sz="2400" b="1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  <p:sp>
        <p:nvSpPr>
          <p:cNvPr id="11" name="Rectangle 21"/>
          <p:cNvSpPr/>
          <p:nvPr/>
        </p:nvSpPr>
        <p:spPr>
          <a:xfrm>
            <a:off x="10841760" y="6531120"/>
            <a:ext cx="48240" cy="28692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480"/>
              </a:spcBef>
            </a:pPr>
            <a:endParaRPr lang="cs-CZ" sz="2400" b="1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  <p:sp>
        <p:nvSpPr>
          <p:cNvPr id="12" name="Rectangle 26"/>
          <p:cNvSpPr/>
          <p:nvPr/>
        </p:nvSpPr>
        <p:spPr>
          <a:xfrm>
            <a:off x="10841760" y="6531120"/>
            <a:ext cx="48240" cy="28692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480"/>
              </a:spcBef>
            </a:pPr>
            <a:endParaRPr lang="cs-CZ" sz="2400" b="1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1959120"/>
            <a:ext cx="7463880" cy="125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4400" b="0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Skupina 2"/>
          <p:cNvGrpSpPr/>
          <p:nvPr/>
        </p:nvGrpSpPr>
        <p:grpSpPr>
          <a:xfrm>
            <a:off x="0" y="0"/>
            <a:ext cx="12191760" cy="547200"/>
            <a:chOff x="0" y="0"/>
            <a:chExt cx="12191760" cy="547200"/>
          </a:xfrm>
        </p:grpSpPr>
        <p:sp>
          <p:nvSpPr>
            <p:cNvPr id="16" name="Rectangle 11"/>
            <p:cNvSpPr/>
            <p:nvPr/>
          </p:nvSpPr>
          <p:spPr>
            <a:xfrm>
              <a:off x="0" y="0"/>
              <a:ext cx="12191760" cy="51228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7" name="Rectangle 34"/>
            <p:cNvSpPr/>
            <p:nvPr/>
          </p:nvSpPr>
          <p:spPr>
            <a:xfrm>
              <a:off x="0" y="512640"/>
              <a:ext cx="12191760" cy="3456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-10080" rIns="90000" bIns="-1008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8" name="Rectangle 14"/>
          <p:cNvSpPr/>
          <p:nvPr/>
        </p:nvSpPr>
        <p:spPr>
          <a:xfrm>
            <a:off x="288000" y="115920"/>
            <a:ext cx="63000" cy="288720"/>
          </a:xfrm>
          <a:prstGeom prst="rect">
            <a:avLst/>
          </a:prstGeom>
          <a:solidFill>
            <a:srgbClr val="FE000C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9" name="Rectangle 14"/>
          <p:cNvSpPr/>
          <p:nvPr/>
        </p:nvSpPr>
        <p:spPr>
          <a:xfrm>
            <a:off x="10777320" y="116640"/>
            <a:ext cx="63000" cy="288720"/>
          </a:xfrm>
          <a:prstGeom prst="rect">
            <a:avLst/>
          </a:prstGeom>
          <a:solidFill>
            <a:srgbClr val="00A9E0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20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968480" y="53280"/>
            <a:ext cx="1095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Rectangle 2"/>
          <p:cNvSpPr/>
          <p:nvPr/>
        </p:nvSpPr>
        <p:spPr>
          <a:xfrm>
            <a:off x="431640" y="-100080"/>
            <a:ext cx="10265400" cy="72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Klepnutím lze upravit styl předlohy nadpisů.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074160" y="-100080"/>
            <a:ext cx="2878200" cy="6195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3200" b="0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31640" y="-100080"/>
            <a:ext cx="8438760" cy="6195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5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44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100000"/>
              </a:lnSpc>
              <a:spcBef>
                <a:spcPts val="28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1"/>
          </p:nvPr>
        </p:nvSpPr>
        <p:spPr>
          <a:xfrm>
            <a:off x="11430000" y="6524640"/>
            <a:ext cx="569160" cy="333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95532B-DCFE-4568-9161-B6449D275BE7}" type="slidenum">
              <a: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Skupina 2"/>
          <p:cNvGrpSpPr/>
          <p:nvPr/>
        </p:nvGrpSpPr>
        <p:grpSpPr>
          <a:xfrm>
            <a:off x="0" y="0"/>
            <a:ext cx="12191760" cy="547200"/>
            <a:chOff x="0" y="0"/>
            <a:chExt cx="12191760" cy="547200"/>
          </a:xfrm>
        </p:grpSpPr>
        <p:sp>
          <p:nvSpPr>
            <p:cNvPr id="26" name="Rectangle 11"/>
            <p:cNvSpPr/>
            <p:nvPr/>
          </p:nvSpPr>
          <p:spPr>
            <a:xfrm>
              <a:off x="0" y="0"/>
              <a:ext cx="12191760" cy="51228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27" name="Rectangle 34"/>
            <p:cNvSpPr/>
            <p:nvPr/>
          </p:nvSpPr>
          <p:spPr>
            <a:xfrm>
              <a:off x="0" y="512640"/>
              <a:ext cx="12191760" cy="3456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-10080" rIns="90000" bIns="-1008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28" name="Rectangle 14"/>
          <p:cNvSpPr/>
          <p:nvPr/>
        </p:nvSpPr>
        <p:spPr>
          <a:xfrm>
            <a:off x="288000" y="115920"/>
            <a:ext cx="63000" cy="288720"/>
          </a:xfrm>
          <a:prstGeom prst="rect">
            <a:avLst/>
          </a:prstGeom>
          <a:solidFill>
            <a:srgbClr val="FE000C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9" name="Rectangle 14"/>
          <p:cNvSpPr/>
          <p:nvPr/>
        </p:nvSpPr>
        <p:spPr>
          <a:xfrm>
            <a:off x="10777320" y="116640"/>
            <a:ext cx="63000" cy="288720"/>
          </a:xfrm>
          <a:prstGeom prst="rect">
            <a:avLst/>
          </a:prstGeom>
          <a:solidFill>
            <a:srgbClr val="00A9E0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30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968480" y="53280"/>
            <a:ext cx="1095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31640" y="-100080"/>
            <a:ext cx="10265400" cy="72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3200" b="0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31640" y="765000"/>
            <a:ext cx="11520720" cy="603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5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44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100000"/>
              </a:lnSpc>
              <a:spcBef>
                <a:spcPts val="28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2"/>
          </p:nvPr>
        </p:nvSpPr>
        <p:spPr>
          <a:xfrm>
            <a:off x="11430000" y="6524640"/>
            <a:ext cx="569160" cy="333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24E6AA-B63B-4338-BA08-29CD5A52AB24}" type="slidenum">
              <a: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Skupina 2"/>
          <p:cNvGrpSpPr/>
          <p:nvPr/>
        </p:nvGrpSpPr>
        <p:grpSpPr>
          <a:xfrm>
            <a:off x="0" y="0"/>
            <a:ext cx="12191760" cy="547200"/>
            <a:chOff x="0" y="0"/>
            <a:chExt cx="12191760" cy="547200"/>
          </a:xfrm>
        </p:grpSpPr>
        <p:sp>
          <p:nvSpPr>
            <p:cNvPr id="35" name="Rectangle 11"/>
            <p:cNvSpPr/>
            <p:nvPr/>
          </p:nvSpPr>
          <p:spPr>
            <a:xfrm>
              <a:off x="0" y="0"/>
              <a:ext cx="12191760" cy="51228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36" name="Rectangle 34"/>
            <p:cNvSpPr/>
            <p:nvPr/>
          </p:nvSpPr>
          <p:spPr>
            <a:xfrm>
              <a:off x="0" y="512640"/>
              <a:ext cx="12191760" cy="3456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-10080" rIns="90000" bIns="-1008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37" name="Rectangle 14"/>
          <p:cNvSpPr/>
          <p:nvPr/>
        </p:nvSpPr>
        <p:spPr>
          <a:xfrm>
            <a:off x="288000" y="115920"/>
            <a:ext cx="63000" cy="288720"/>
          </a:xfrm>
          <a:prstGeom prst="rect">
            <a:avLst/>
          </a:prstGeom>
          <a:solidFill>
            <a:srgbClr val="FE000C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8" name="Rectangle 14"/>
          <p:cNvSpPr/>
          <p:nvPr/>
        </p:nvSpPr>
        <p:spPr>
          <a:xfrm>
            <a:off x="10777320" y="116640"/>
            <a:ext cx="63000" cy="288720"/>
          </a:xfrm>
          <a:prstGeom prst="rect">
            <a:avLst/>
          </a:prstGeom>
          <a:solidFill>
            <a:srgbClr val="00A9E0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3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968480" y="53280"/>
            <a:ext cx="1095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31640" y="-100080"/>
            <a:ext cx="10265400" cy="720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3200" b="0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3"/>
          </p:nvPr>
        </p:nvSpPr>
        <p:spPr>
          <a:xfrm>
            <a:off x="11430000" y="6524640"/>
            <a:ext cx="569160" cy="333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B95377A-5476-4563-B93D-13346A38DAE8}" type="slidenum">
              <a: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áhlaví části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Skupina 2"/>
          <p:cNvGrpSpPr/>
          <p:nvPr/>
        </p:nvGrpSpPr>
        <p:grpSpPr>
          <a:xfrm>
            <a:off x="0" y="0"/>
            <a:ext cx="12191760" cy="547200"/>
            <a:chOff x="0" y="0"/>
            <a:chExt cx="12191760" cy="547200"/>
          </a:xfrm>
        </p:grpSpPr>
        <p:sp>
          <p:nvSpPr>
            <p:cNvPr id="43" name="Rectangle 11"/>
            <p:cNvSpPr/>
            <p:nvPr/>
          </p:nvSpPr>
          <p:spPr>
            <a:xfrm>
              <a:off x="0" y="0"/>
              <a:ext cx="12191760" cy="51228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44" name="Rectangle 34"/>
            <p:cNvSpPr/>
            <p:nvPr/>
          </p:nvSpPr>
          <p:spPr>
            <a:xfrm>
              <a:off x="0" y="512640"/>
              <a:ext cx="12191760" cy="3456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-10080" rIns="90000" bIns="-1008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45" name="Rectangle 14"/>
          <p:cNvSpPr/>
          <p:nvPr/>
        </p:nvSpPr>
        <p:spPr>
          <a:xfrm>
            <a:off x="288000" y="115920"/>
            <a:ext cx="63000" cy="288720"/>
          </a:xfrm>
          <a:prstGeom prst="rect">
            <a:avLst/>
          </a:prstGeom>
          <a:solidFill>
            <a:srgbClr val="FE000C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6" name="Rectangle 14"/>
          <p:cNvSpPr/>
          <p:nvPr/>
        </p:nvSpPr>
        <p:spPr>
          <a:xfrm>
            <a:off x="10777320" y="116640"/>
            <a:ext cx="63000" cy="288720"/>
          </a:xfrm>
          <a:prstGeom prst="rect">
            <a:avLst/>
          </a:prstGeom>
          <a:solidFill>
            <a:srgbClr val="00A9E0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47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968480" y="53280"/>
            <a:ext cx="1095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800" b="1" u="none" strike="noStrike" cap="all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4800" b="0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6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4"/>
          </p:nvPr>
        </p:nvSpPr>
        <p:spPr>
          <a:xfrm>
            <a:off x="11430000" y="6524640"/>
            <a:ext cx="569160" cy="333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450BFE-23FD-4F6D-BF95-541E8F6421A9}" type="slidenum">
              <a: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Obdélník 6"/>
          <p:cNvSpPr/>
          <p:nvPr/>
        </p:nvSpPr>
        <p:spPr>
          <a:xfrm>
            <a:off x="0" y="0"/>
            <a:ext cx="12191760" cy="5482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480"/>
              </a:spcBef>
            </a:pPr>
            <a:endParaRPr lang="cs-CZ" sz="2400" b="1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Skupina 2"/>
          <p:cNvGrpSpPr/>
          <p:nvPr/>
        </p:nvGrpSpPr>
        <p:grpSpPr>
          <a:xfrm>
            <a:off x="0" y="0"/>
            <a:ext cx="12191760" cy="547200"/>
            <a:chOff x="0" y="0"/>
            <a:chExt cx="12191760" cy="547200"/>
          </a:xfrm>
        </p:grpSpPr>
        <p:sp>
          <p:nvSpPr>
            <p:cNvPr id="53" name="Rectangle 11"/>
            <p:cNvSpPr/>
            <p:nvPr/>
          </p:nvSpPr>
          <p:spPr>
            <a:xfrm>
              <a:off x="0" y="0"/>
              <a:ext cx="12191760" cy="51228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54" name="Rectangle 34"/>
            <p:cNvSpPr/>
            <p:nvPr/>
          </p:nvSpPr>
          <p:spPr>
            <a:xfrm>
              <a:off x="0" y="512640"/>
              <a:ext cx="12191760" cy="3456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-10080" rIns="90000" bIns="-1008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55" name="Rectangle 14"/>
          <p:cNvSpPr/>
          <p:nvPr/>
        </p:nvSpPr>
        <p:spPr>
          <a:xfrm>
            <a:off x="288000" y="115920"/>
            <a:ext cx="63000" cy="288720"/>
          </a:xfrm>
          <a:prstGeom prst="rect">
            <a:avLst/>
          </a:prstGeom>
          <a:solidFill>
            <a:srgbClr val="FE000C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6" name="Rectangle 14"/>
          <p:cNvSpPr/>
          <p:nvPr/>
        </p:nvSpPr>
        <p:spPr>
          <a:xfrm>
            <a:off x="10777320" y="116640"/>
            <a:ext cx="63000" cy="288720"/>
          </a:xfrm>
          <a:prstGeom prst="rect">
            <a:avLst/>
          </a:prstGeom>
          <a:solidFill>
            <a:srgbClr val="00A9E0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57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968480" y="53280"/>
            <a:ext cx="1095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31640" y="-100080"/>
            <a:ext cx="10265400" cy="72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3200" b="0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31640" y="765000"/>
            <a:ext cx="5657400" cy="533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92800" y="765000"/>
            <a:ext cx="5659560" cy="533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5"/>
          </p:nvPr>
        </p:nvSpPr>
        <p:spPr>
          <a:xfrm>
            <a:off x="11430000" y="6524640"/>
            <a:ext cx="569160" cy="333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FF7096-71DC-4098-81CD-2B4A72180B15}" type="slidenum">
              <a: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orovnání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Skupina 2"/>
          <p:cNvGrpSpPr/>
          <p:nvPr/>
        </p:nvGrpSpPr>
        <p:grpSpPr>
          <a:xfrm>
            <a:off x="0" y="0"/>
            <a:ext cx="12191760" cy="547200"/>
            <a:chOff x="0" y="0"/>
            <a:chExt cx="12191760" cy="547200"/>
          </a:xfrm>
        </p:grpSpPr>
        <p:sp>
          <p:nvSpPr>
            <p:cNvPr id="63" name="Rectangle 11"/>
            <p:cNvSpPr/>
            <p:nvPr/>
          </p:nvSpPr>
          <p:spPr>
            <a:xfrm>
              <a:off x="0" y="0"/>
              <a:ext cx="12191760" cy="51228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4" name="Rectangle 34"/>
            <p:cNvSpPr/>
            <p:nvPr/>
          </p:nvSpPr>
          <p:spPr>
            <a:xfrm>
              <a:off x="0" y="512640"/>
              <a:ext cx="12191760" cy="3456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-10080" rIns="90000" bIns="-1008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65" name="Rectangle 14"/>
          <p:cNvSpPr/>
          <p:nvPr/>
        </p:nvSpPr>
        <p:spPr>
          <a:xfrm>
            <a:off x="288000" y="115920"/>
            <a:ext cx="63000" cy="288720"/>
          </a:xfrm>
          <a:prstGeom prst="rect">
            <a:avLst/>
          </a:prstGeom>
          <a:solidFill>
            <a:srgbClr val="FE000C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6" name="Rectangle 14"/>
          <p:cNvSpPr/>
          <p:nvPr/>
        </p:nvSpPr>
        <p:spPr>
          <a:xfrm>
            <a:off x="10777320" y="116640"/>
            <a:ext cx="63000" cy="288720"/>
          </a:xfrm>
          <a:prstGeom prst="rect">
            <a:avLst/>
          </a:prstGeom>
          <a:solidFill>
            <a:srgbClr val="00A9E0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67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968480" y="53280"/>
            <a:ext cx="1095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6"/>
          </p:nvPr>
        </p:nvSpPr>
        <p:spPr>
          <a:xfrm>
            <a:off x="11430000" y="6524640"/>
            <a:ext cx="569160" cy="333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29103A9-5339-4D9F-BCF3-BFF245F53D30}" type="slidenum">
              <a: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title"/>
          </p:nvPr>
        </p:nvSpPr>
        <p:spPr>
          <a:xfrm>
            <a:off x="431640" y="-100080"/>
            <a:ext cx="10265400" cy="72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3200" b="0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sah s titulke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Skupina 2"/>
          <p:cNvGrpSpPr/>
          <p:nvPr/>
        </p:nvGrpSpPr>
        <p:grpSpPr>
          <a:xfrm>
            <a:off x="0" y="0"/>
            <a:ext cx="12191760" cy="547200"/>
            <a:chOff x="0" y="0"/>
            <a:chExt cx="12191760" cy="547200"/>
          </a:xfrm>
        </p:grpSpPr>
        <p:sp>
          <p:nvSpPr>
            <p:cNvPr id="75" name="Rectangle 11"/>
            <p:cNvSpPr/>
            <p:nvPr/>
          </p:nvSpPr>
          <p:spPr>
            <a:xfrm>
              <a:off x="0" y="0"/>
              <a:ext cx="12191760" cy="51228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6" name="Rectangle 34"/>
            <p:cNvSpPr/>
            <p:nvPr/>
          </p:nvSpPr>
          <p:spPr>
            <a:xfrm>
              <a:off x="0" y="512640"/>
              <a:ext cx="12191760" cy="3456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-10080" rIns="90000" bIns="-1008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7" name="Rectangle 14"/>
          <p:cNvSpPr/>
          <p:nvPr/>
        </p:nvSpPr>
        <p:spPr>
          <a:xfrm>
            <a:off x="288000" y="115920"/>
            <a:ext cx="63000" cy="288720"/>
          </a:xfrm>
          <a:prstGeom prst="rect">
            <a:avLst/>
          </a:prstGeom>
          <a:solidFill>
            <a:srgbClr val="FE000C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8" name="Rectangle 14"/>
          <p:cNvSpPr/>
          <p:nvPr/>
        </p:nvSpPr>
        <p:spPr>
          <a:xfrm>
            <a:off x="10777320" y="116640"/>
            <a:ext cx="63000" cy="288720"/>
          </a:xfrm>
          <a:prstGeom prst="rect">
            <a:avLst/>
          </a:prstGeom>
          <a:solidFill>
            <a:srgbClr val="00A9E0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7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968480" y="53280"/>
            <a:ext cx="1095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Rectangle 2"/>
          <p:cNvSpPr/>
          <p:nvPr/>
        </p:nvSpPr>
        <p:spPr>
          <a:xfrm>
            <a:off x="431640" y="-100080"/>
            <a:ext cx="10265400" cy="72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Klepnutím lze upravit styl předlohy nadpisů.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2000" b="0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766760" y="692640"/>
            <a:ext cx="6815160" cy="543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7"/>
          </p:nvPr>
        </p:nvSpPr>
        <p:spPr>
          <a:xfrm>
            <a:off x="11430000" y="6524640"/>
            <a:ext cx="569160" cy="333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716BDD-8066-4E11-AE23-7A023FC8ACD2}" type="slidenum">
              <a: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rázek s titulke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Skupina 2"/>
          <p:cNvGrpSpPr/>
          <p:nvPr/>
        </p:nvGrpSpPr>
        <p:grpSpPr>
          <a:xfrm>
            <a:off x="0" y="0"/>
            <a:ext cx="12191760" cy="547200"/>
            <a:chOff x="0" y="0"/>
            <a:chExt cx="12191760" cy="547200"/>
          </a:xfrm>
        </p:grpSpPr>
        <p:sp>
          <p:nvSpPr>
            <p:cNvPr id="86" name="Rectangle 11"/>
            <p:cNvSpPr/>
            <p:nvPr/>
          </p:nvSpPr>
          <p:spPr>
            <a:xfrm>
              <a:off x="0" y="0"/>
              <a:ext cx="12191760" cy="51228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34"/>
            <p:cNvSpPr/>
            <p:nvPr/>
          </p:nvSpPr>
          <p:spPr>
            <a:xfrm>
              <a:off x="0" y="512640"/>
              <a:ext cx="12191760" cy="3456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-10080" rIns="90000" bIns="-1008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8" name="Rectangle 14"/>
          <p:cNvSpPr/>
          <p:nvPr/>
        </p:nvSpPr>
        <p:spPr>
          <a:xfrm>
            <a:off x="288000" y="115920"/>
            <a:ext cx="63000" cy="288720"/>
          </a:xfrm>
          <a:prstGeom prst="rect">
            <a:avLst/>
          </a:prstGeom>
          <a:solidFill>
            <a:srgbClr val="FE000C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9" name="Rectangle 14"/>
          <p:cNvSpPr/>
          <p:nvPr/>
        </p:nvSpPr>
        <p:spPr>
          <a:xfrm>
            <a:off x="10777320" y="116640"/>
            <a:ext cx="63000" cy="288720"/>
          </a:xfrm>
          <a:prstGeom prst="rect">
            <a:avLst/>
          </a:prstGeom>
          <a:solidFill>
            <a:srgbClr val="00A9E0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90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968480" y="53280"/>
            <a:ext cx="1095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Rectangle 2"/>
          <p:cNvSpPr/>
          <p:nvPr/>
        </p:nvSpPr>
        <p:spPr>
          <a:xfrm>
            <a:off x="431640" y="-100080"/>
            <a:ext cx="10265400" cy="72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Klepnutím lze upravit styl předlohy nadpisů.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2000" b="0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 hasCustomPrompt="1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640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B9000C"/>
                </a:solidFill>
                <a:effectLst/>
                <a:uFillTx/>
                <a:latin typeface="Tahoma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8"/>
          </p:nvPr>
        </p:nvSpPr>
        <p:spPr>
          <a:xfrm>
            <a:off x="11430000" y="6524640"/>
            <a:ext cx="569160" cy="333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42DD4D-32E5-4DF2-AB50-72229EF7C5B2}" type="slidenum">
              <a: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Skupina 2"/>
          <p:cNvGrpSpPr/>
          <p:nvPr/>
        </p:nvGrpSpPr>
        <p:grpSpPr>
          <a:xfrm>
            <a:off x="0" y="0"/>
            <a:ext cx="12191760" cy="547200"/>
            <a:chOff x="0" y="0"/>
            <a:chExt cx="12191760" cy="547200"/>
          </a:xfrm>
        </p:grpSpPr>
        <p:sp>
          <p:nvSpPr>
            <p:cNvPr id="97" name="Rectangle 11"/>
            <p:cNvSpPr/>
            <p:nvPr/>
          </p:nvSpPr>
          <p:spPr>
            <a:xfrm>
              <a:off x="0" y="0"/>
              <a:ext cx="12191760" cy="51228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8" name="Rectangle 34"/>
            <p:cNvSpPr/>
            <p:nvPr/>
          </p:nvSpPr>
          <p:spPr>
            <a:xfrm>
              <a:off x="0" y="512640"/>
              <a:ext cx="12191760" cy="34560"/>
            </a:xfrm>
            <a:prstGeom prst="rect">
              <a:avLst/>
            </a:prstGeom>
            <a:solidFill>
              <a:srgbClr val="E5E5E5"/>
            </a:soli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-10080" rIns="90000" bIns="-1008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480"/>
                </a:spcBef>
              </a:pPr>
              <a:endParaRPr lang="cs-CZ" sz="2400" b="1" u="none" strike="noStrike">
                <a:solidFill>
                  <a:srgbClr val="B9000C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9" name="Rectangle 14"/>
          <p:cNvSpPr/>
          <p:nvPr/>
        </p:nvSpPr>
        <p:spPr>
          <a:xfrm>
            <a:off x="288000" y="115920"/>
            <a:ext cx="63000" cy="288720"/>
          </a:xfrm>
          <a:prstGeom prst="rect">
            <a:avLst/>
          </a:prstGeom>
          <a:solidFill>
            <a:srgbClr val="FE000C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00" name="Rectangle 14"/>
          <p:cNvSpPr/>
          <p:nvPr/>
        </p:nvSpPr>
        <p:spPr>
          <a:xfrm>
            <a:off x="10777320" y="116640"/>
            <a:ext cx="63000" cy="288720"/>
          </a:xfrm>
          <a:prstGeom prst="rect">
            <a:avLst/>
          </a:prstGeom>
          <a:solidFill>
            <a:srgbClr val="00A9E0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cs-CZ" sz="24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101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968480" y="53280"/>
            <a:ext cx="1095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31640" y="-100080"/>
            <a:ext cx="10265400" cy="72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3200" b="0" u="none" strike="noStrike">
              <a:solidFill>
                <a:srgbClr val="B9000C"/>
              </a:solidFill>
              <a:effectLst/>
              <a:uFillTx/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31640" y="765000"/>
            <a:ext cx="11520720" cy="60343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5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44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100000"/>
              </a:lnSpc>
              <a:spcBef>
                <a:spcPts val="28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9"/>
          </p:nvPr>
        </p:nvSpPr>
        <p:spPr>
          <a:xfrm>
            <a:off x="11430000" y="6524640"/>
            <a:ext cx="569160" cy="333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DF69DB-97DB-4658-8BB9-A36119E58D80}" type="slidenum">
              <a:rPr lang="en-US" sz="1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media" Target="../media/media2.mp4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.xml"/><Relationship Id="rId4" Type="http://schemas.openxmlformats.org/officeDocument/2006/relationships/video" Target="../media/media2.mp4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107660" y="2533015"/>
            <a:ext cx="7978680" cy="75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</a:pPr>
            <a:r>
              <a:rPr lang="en-US" sz="3200">
                <a:solidFill>
                  <a:schemeClr val="bg1"/>
                </a:solidFill>
                <a:latin typeface="Noto Sans" panose="020B0502040504020204" charset="0"/>
                <a:ea typeface="Noto Sans" panose="020B0502040504020204" charset="0"/>
              </a:rPr>
              <a:t>Final Presentation</a:t>
            </a:r>
            <a:endParaRPr lang="en-US" sz="3200" b="0" u="none" strike="noStrike">
              <a:solidFill>
                <a:schemeClr val="bg1"/>
              </a:solidFill>
              <a:effectLst/>
              <a:uFillTx/>
              <a:latin typeface="Noto Sans" panose="020B0502040504020204" charset="0"/>
              <a:ea typeface="Noto Sans" panose="020B0502040504020204" charset="0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819150" y="3829685"/>
            <a:ext cx="10554970" cy="80137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r">
              <a:lnSpc>
                <a:spcPct val="100000"/>
              </a:lnSpc>
              <a:spcBef>
                <a:spcPts val="64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tx1"/>
                </a:solidFill>
                <a:effectLst/>
                <a:uFillTx/>
                <a:latin typeface="Noto Sans" panose="020B0502040504020204" charset="0"/>
                <a:ea typeface="Noto Sans" panose="020B0502040504020204" charset="0"/>
              </a:rPr>
              <a:t>Adam Selmane</a:t>
            </a:r>
            <a:r>
              <a:rPr lang="" altLang="en-US" sz="2000" b="0" u="none" strike="noStrike">
                <a:solidFill>
                  <a:schemeClr val="tx1"/>
                </a:solidFill>
                <a:effectLst/>
                <a:uFillTx/>
                <a:latin typeface="Noto Sans" panose="020B0502040504020204" charset="0"/>
                <a:ea typeface="Noto Sans" panose="020B0502040504020204" charset="0"/>
              </a:rPr>
              <a:t>, </a:t>
            </a:r>
            <a:r>
              <a:rPr lang="en-US" sz="2000" b="0" u="none" strike="noStrike">
                <a:solidFill>
                  <a:schemeClr val="tx1"/>
                </a:solidFill>
                <a:effectLst/>
                <a:uFillTx/>
                <a:latin typeface="Noto Sans" panose="020B0502040504020204" charset="0"/>
                <a:ea typeface="Noto Sans" panose="020B0502040504020204" charset="0"/>
              </a:rPr>
              <a:t>Eyobed Awel Nuri</a:t>
            </a:r>
            <a:r>
              <a:rPr lang="" altLang="en-US" sz="2000" b="0" u="none" strike="noStrike">
                <a:solidFill>
                  <a:schemeClr val="tx1"/>
                </a:solidFill>
                <a:effectLst/>
                <a:uFillTx/>
                <a:latin typeface="Noto Sans" panose="020B0502040504020204" charset="0"/>
                <a:ea typeface="Noto Sans" panose="020B0502040504020204" charset="0"/>
              </a:rPr>
              <a:t>, </a:t>
            </a:r>
            <a:r>
              <a:rPr lang="en-US" sz="2000" b="0" u="none" strike="noStrike">
                <a:solidFill>
                  <a:schemeClr val="tx1"/>
                </a:solidFill>
                <a:effectLst/>
                <a:uFillTx/>
                <a:latin typeface="Noto Sans" panose="020B0502040504020204" charset="0"/>
                <a:ea typeface="Noto Sans" panose="020B0502040504020204" charset="0"/>
                <a:sym typeface="+mn-ea"/>
              </a:rPr>
              <a:t>Lucas Labhini</a:t>
            </a:r>
            <a:r>
              <a:rPr lang="" altLang="en-US" sz="2000" b="0" u="none" strike="noStrike">
                <a:solidFill>
                  <a:schemeClr val="tx1"/>
                </a:solidFill>
                <a:effectLst/>
                <a:uFillTx/>
                <a:latin typeface="Noto Sans" panose="020B0502040504020204" charset="0"/>
                <a:ea typeface="Noto Sans" panose="020B0502040504020204" charset="0"/>
                <a:sym typeface="+mn-ea"/>
              </a:rPr>
              <a:t>,</a:t>
            </a:r>
            <a:r>
              <a:rPr lang="" altLang="en-US" sz="2000" b="0" u="none" strike="noStrike">
                <a:solidFill>
                  <a:schemeClr val="tx1"/>
                </a:solidFill>
                <a:effectLst/>
                <a:uFillTx/>
                <a:latin typeface="Noto Sans" panose="020B0502040504020204" charset="0"/>
                <a:ea typeface="Noto Sans" panose="020B0502040504020204" charset="0"/>
              </a:rPr>
              <a:t> </a:t>
            </a:r>
            <a:r>
              <a:rPr lang="en-US" sz="2000" b="0" u="none" strike="noStrike">
                <a:solidFill>
                  <a:schemeClr val="tx1"/>
                </a:solidFill>
                <a:effectLst/>
                <a:uFillTx/>
                <a:latin typeface="Noto Sans" panose="020B0502040504020204" charset="0"/>
                <a:ea typeface="Noto Sans" panose="020B0502040504020204" charset="0"/>
              </a:rPr>
              <a:t>Kaung San</a:t>
            </a:r>
            <a:r>
              <a:rPr lang="" altLang="en-US" sz="2000" b="0" u="none" strike="noStrike">
                <a:solidFill>
                  <a:schemeClr val="tx1"/>
                </a:solidFill>
                <a:effectLst/>
                <a:uFillTx/>
                <a:latin typeface="Noto Sans" panose="020B0502040504020204" charset="0"/>
                <a:ea typeface="Noto Sans" panose="020B0502040504020204" charset="0"/>
              </a:rPr>
              <a:t>, </a:t>
            </a:r>
            <a:r>
              <a:rPr lang="en-US" sz="2000" b="0" u="none" strike="noStrike">
                <a:solidFill>
                  <a:schemeClr val="tx1"/>
                </a:solidFill>
                <a:effectLst/>
                <a:uFillTx/>
                <a:latin typeface="Noto Sans" panose="020B0502040504020204" charset="0"/>
                <a:ea typeface="Noto Sans" panose="020B0502040504020204" charset="0"/>
              </a:rPr>
              <a:t>Krystof Michalek</a:t>
            </a:r>
            <a:r>
              <a:rPr lang="" altLang="en-US" sz="2000" b="0" u="none" strike="noStrike">
                <a:solidFill>
                  <a:schemeClr val="tx1"/>
                </a:solidFill>
                <a:effectLst/>
                <a:uFillTx/>
                <a:latin typeface="Noto Sans" panose="020B0502040504020204" charset="0"/>
                <a:ea typeface="Noto Sans" panose="020B0502040504020204" charset="0"/>
              </a:rPr>
              <a:t>, </a:t>
            </a:r>
          </a:p>
        </p:txBody>
      </p:sp>
      <p:pic>
        <p:nvPicPr>
          <p:cNvPr id="11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346075" y="4660900"/>
            <a:ext cx="3077210" cy="17703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Box 113"/>
          <p:cNvSpPr txBox="1"/>
          <p:nvPr/>
        </p:nvSpPr>
        <p:spPr>
          <a:xfrm>
            <a:off x="3951605" y="1114425"/>
            <a:ext cx="4288790" cy="101219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6000" u="none" strike="noStrike">
                <a:solidFill>
                  <a:schemeClr val="bg1"/>
                </a:solidFill>
                <a:effectLst/>
                <a:uFillTx/>
                <a:latin typeface="Noto Sans" panose="020B0502040504020204" charset="0"/>
                <a:ea typeface="Noto Sans" panose="020B0502040504020204" charset="0"/>
              </a:rPr>
              <a:t>VQueue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31640" y="-100080"/>
            <a:ext cx="10265400" cy="72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buNone/>
            </a:pPr>
            <a:r>
              <a:rPr lang="en-AU" altLang="en-US" sz="3200" b="0" u="none" strike="noStrike" dirty="0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Result</a:t>
            </a:r>
            <a:endParaRPr lang="" altLang="en-US" sz="3200" b="0" u="none" strike="noStrike" dirty="0">
              <a:solidFill>
                <a:srgbClr val="00A9E0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2" name="video_2025-12-09_08-16-34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31640" y="777240"/>
            <a:ext cx="2639695" cy="554101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87400" y="6318250"/>
            <a:ext cx="1762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" altLang="en-US"/>
              <a:t>Create flow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164959" y="6251702"/>
            <a:ext cx="1762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" altLang="en-US" dirty="0"/>
              <a:t>Join </a:t>
            </a:r>
            <a:r>
              <a:rPr lang="en-US" altLang="en-US" dirty="0"/>
              <a:t>flow</a:t>
            </a:r>
          </a:p>
        </p:txBody>
      </p:sp>
      <p:pic>
        <p:nvPicPr>
          <p:cNvPr id="3" name="Media1-3">
            <a:hlinkClick r:id="" action="ppaction://media"/>
            <a:extLst>
              <a:ext uri="{FF2B5EF4-FFF2-40B4-BE49-F238E27FC236}">
                <a16:creationId xmlns:a16="http://schemas.microsoft.com/office/drawing/2014/main" id="{6DD35C14-4674-FC81-8A58-2EB8A786D71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372264" y="1188593"/>
            <a:ext cx="8388096" cy="47183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20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8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31640" y="-100080"/>
            <a:ext cx="10265400" cy="720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" altLang="en-US" sz="3200" b="0" u="none" strike="noStrike">
                <a:solidFill>
                  <a:srgbClr val="00A9E0"/>
                </a:solidFill>
                <a:effectLst/>
                <a:uFillTx/>
                <a:latin typeface="Calibri"/>
                <a:ea typeface="Calibri"/>
              </a:rPr>
              <a:t>Dark mode</a:t>
            </a:r>
          </a:p>
        </p:txBody>
      </p:sp>
      <p:pic>
        <p:nvPicPr>
          <p:cNvPr id="4" name="Picture 3" descr="IMG_20251209_1013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935" y="619760"/>
            <a:ext cx="4613275" cy="61144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461135" y="2915285"/>
            <a:ext cx="2819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altLang="en-US" sz="3600" b="1">
                <a:ln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" panose="020B0502040504020204" charset="0"/>
                <a:ea typeface="Noto Sans" panose="020B050204050402020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01021 FIT Calibri">
  <a:themeElements>
    <a:clrScheme name="a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2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UXI Slides Template</Template>
  <TotalTime>12</TotalTime>
  <Words>30</Words>
  <Application>Microsoft Office PowerPoint</Application>
  <PresentationFormat>Widescreen</PresentationFormat>
  <Paragraphs>10</Paragraphs>
  <Slides>3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Calibri</vt:lpstr>
      <vt:lpstr>Century Gothic</vt:lpstr>
      <vt:lpstr>Noto Sans</vt:lpstr>
      <vt:lpstr>Symbol</vt:lpstr>
      <vt:lpstr>Tahoma</vt:lpstr>
      <vt:lpstr>Times New Roman</vt:lpstr>
      <vt:lpstr>Wingdings</vt:lpstr>
      <vt:lpstr>101021 FIT Calibri</vt:lpstr>
      <vt:lpstr>Final Presentation</vt:lpstr>
      <vt:lpstr>Result</vt:lpstr>
      <vt:lpstr>Dark mode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Essay Title</dc:title>
  <dc:creator>Herout Adam (11830)</dc:creator>
  <cp:lastModifiedBy>Nuri Eyobed Awel (278673)</cp:lastModifiedBy>
  <cp:revision>8</cp:revision>
  <dcterms:created xsi:type="dcterms:W3CDTF">2025-12-09T09:17:00Z</dcterms:created>
  <dcterms:modified xsi:type="dcterms:W3CDTF">2025-12-09T06:33:25Z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3</vt:i4>
  </property>
  <property fmtid="{D5CDD505-2E9C-101B-9397-08002B2CF9AE}" pid="5" name="KSOProductBuildVer">
    <vt:lpwstr>1033-10.1.0.6757</vt:lpwstr>
  </property>
</Properties>
</file>